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53035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53035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881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088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technologies utilisées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4023360" cy="53035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051560"/>
            <a:ext cx="64008" cy="53035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10881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1088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325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packages, diagramme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73352"/>
            <a:ext cx="4023360" cy="53035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673352"/>
            <a:ext cx="64008" cy="53035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709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1709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– Priorité à Droite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1947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ReentrantLock, démonstration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673352"/>
            <a:ext cx="4023360" cy="53035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673352"/>
            <a:ext cx="64008" cy="53035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1709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57800" y="1709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– Sens Unique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sens, file d'attente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295144"/>
            <a:ext cx="4023360" cy="53035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295144"/>
            <a:ext cx="64008" cy="53035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– Capacité Limitée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2569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Sémaphores, portes multiples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295144"/>
            <a:ext cx="4023360" cy="53035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295144"/>
            <a:ext cx="64008" cy="53035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2" name="Text 30"/>
          <p:cNvSpPr/>
          <p:nvPr/>
        </p:nvSpPr>
        <p:spPr>
          <a:xfrm>
            <a:off x="4727448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57800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(Swing)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2569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Paramétrage, journal coloré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916936"/>
            <a:ext cx="4023360" cy="53035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2916936"/>
            <a:ext cx="64008" cy="53035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14400" y="2953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31912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améliorations possibles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Université Iba Der Thiam de Thiès  |  UFR Sciences et Technologies  |  Master 2 – GL  |  2025 - 2026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2834640" cy="3474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83464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3 scénarios de circulation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58568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67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la concurrence des ressources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16936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825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comportements en temps réel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834640" cy="3474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68680"/>
            <a:ext cx="283464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Technologies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1600200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9" name="Text 17"/>
          <p:cNvSpPr/>
          <p:nvPr/>
        </p:nvSpPr>
        <p:spPr>
          <a:xfrm>
            <a:off x="3502152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Threads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258568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1" name="Text 19"/>
          <p:cNvSpPr/>
          <p:nvPr/>
        </p:nvSpPr>
        <p:spPr>
          <a:xfrm>
            <a:off x="3502152" y="2167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 &amp; Semaphore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916936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2825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(interface graphique)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868680"/>
            <a:ext cx="2834640" cy="3474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868680"/>
            <a:ext cx="283464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Contexte académique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55080" y="1600200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– Génie Logiciel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2258568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2167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Iba Der Thiam de Thiès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2916936"/>
            <a:ext cx="54864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2825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M. THIAM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8503920" cy="502920"/>
          </a:xfrm>
          <a:prstGeom prst="rect">
            <a:avLst/>
          </a:prstGeom>
          <a:solidFill>
            <a:srgbClr val="1E080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Carrefour – Priorité à droite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🚇 Tunnel – Sens unique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🅿️ Parking – Capacité limitée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3566160" cy="3931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868680"/>
            <a:ext cx="356616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packages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SimulationCirculation/src/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2648" y="152247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main/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13816" y="167335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Main.java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2648" y="182422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common/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13816" y="197510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Direction.java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3816" y="212598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Utils.java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2648" y="227685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carrefour/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13816" y="242773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Carrefour.java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13816" y="257860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VoitureCarrefour.java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" y="272948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tunnel/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3816" y="288036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Tunnel.java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3816" y="303123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VoitureTunnel.java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2648" y="318211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parking/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13816" y="333298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Parking.java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3816" y="3483864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VoitureParking.java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2648" y="36347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ui/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3816" y="378561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SimulationFrame.java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" y="393649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AppColors.java  •  RoundedButton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23360" y="868680"/>
            <a:ext cx="475488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23360" y="868680"/>
            <a:ext cx="64008" cy="86868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914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40680" y="1252728"/>
            <a:ext cx="41148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1" name="Text 29"/>
          <p:cNvSpPr/>
          <p:nvPr/>
        </p:nvSpPr>
        <p:spPr>
          <a:xfrm>
            <a:off x="580644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191F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9235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ReentrantLock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0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Condition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95160" y="960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à droite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blocage circulaire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23360" y="1874520"/>
            <a:ext cx="475488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023360" y="1874520"/>
            <a:ext cx="64008" cy="86868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6" name="Text 34"/>
          <p:cNvSpPr/>
          <p:nvPr/>
        </p:nvSpPr>
        <p:spPr>
          <a:xfrm>
            <a:off x="416052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40680" y="2258568"/>
            <a:ext cx="41148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191F"/>
                </a:solidFill>
              </a:rPr>
              <a:t>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0" y="192938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ReentrantLock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0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Condition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95160" y="1965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unique contrôlé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par sens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23360" y="2880360"/>
            <a:ext cx="475488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023360" y="2880360"/>
            <a:ext cx="64008" cy="86868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3" name="Text 41"/>
          <p:cNvSpPr/>
          <p:nvPr/>
        </p:nvSpPr>
        <p:spPr>
          <a:xfrm>
            <a:off x="416052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40680" y="3264408"/>
            <a:ext cx="411480" cy="54864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5" name="Text 43"/>
          <p:cNvSpPr/>
          <p:nvPr/>
        </p:nvSpPr>
        <p:spPr>
          <a:xfrm>
            <a:off x="58064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99FF"/>
                </a:solidFill>
              </a:rPr>
              <a:t>▶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0" y="29352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Semaphore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95160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limitée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Portes mutex indépendantes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23360" y="3886200"/>
            <a:ext cx="4754880" cy="868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023360" y="3886200"/>
            <a:ext cx="64008" cy="868680"/>
          </a:xfrm>
          <a:prstGeom prst="rect">
            <a:avLst/>
          </a:prstGeom>
          <a:solidFill>
            <a:srgbClr val="66CC66"/>
          </a:solidFill>
          <a:ln/>
        </p:spPr>
      </p:sp>
      <p:sp>
        <p:nvSpPr>
          <p:cNvPr id="50" name="Text 48"/>
          <p:cNvSpPr/>
          <p:nvPr/>
        </p:nvSpPr>
        <p:spPr>
          <a:xfrm>
            <a:off x="416052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(Swing)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40680" y="4270248"/>
            <a:ext cx="411480" cy="54864"/>
          </a:xfrm>
          <a:prstGeom prst="rect">
            <a:avLst/>
          </a:prstGeom>
          <a:solidFill>
            <a:srgbClr val="66CC66"/>
          </a:solidFill>
          <a:ln/>
        </p:spPr>
      </p:sp>
      <p:sp>
        <p:nvSpPr>
          <p:cNvPr id="52" name="Text 50"/>
          <p:cNvSpPr/>
          <p:nvPr/>
        </p:nvSpPr>
        <p:spPr>
          <a:xfrm>
            <a:off x="58064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CC66"/>
                </a:solidFill>
              </a:rPr>
              <a:t>▶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0" y="39410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SwingUtilities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66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.invokeLater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95160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coloré en temps réel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– Priorité à Droite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41248"/>
            <a:ext cx="3566160" cy="4069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841248"/>
            <a:ext cx="356616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du carrefour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320040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3246120"/>
            <a:ext cx="347472" cy="29260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2552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Nord → Sud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298448" y="3246120"/>
            <a:ext cx="347472" cy="29260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14" name="Text 11"/>
          <p:cNvSpPr/>
          <p:nvPr/>
        </p:nvSpPr>
        <p:spPr>
          <a:xfrm>
            <a:off x="1298448" y="32552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52728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Ouest → Est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139696" y="3246120"/>
            <a:ext cx="347472" cy="29260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17" name="Text 14"/>
          <p:cNvSpPr/>
          <p:nvPr/>
        </p:nvSpPr>
        <p:spPr>
          <a:xfrm>
            <a:off x="2139696" y="32552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093976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Sud → Nord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80944" y="3246120"/>
            <a:ext cx="347472" cy="29260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20" name="Text 17"/>
          <p:cNvSpPr/>
          <p:nvPr/>
        </p:nvSpPr>
        <p:spPr>
          <a:xfrm>
            <a:off x="2980944" y="32552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35224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Est → Ouest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20040" y="3977640"/>
            <a:ext cx="3474720" cy="777240"/>
          </a:xfrm>
          <a:prstGeom prst="rect">
            <a:avLst/>
          </a:prstGeom>
          <a:solidFill>
            <a:srgbClr val="2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une voiture cède la priorité à celle qui vient de sa droite. En cas de blocage circulaire, la première est autorisée à passer.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023360" y="841248"/>
            <a:ext cx="4754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023360" y="841248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6" name="Text 23"/>
          <p:cNvSpPr/>
          <p:nvPr/>
        </p:nvSpPr>
        <p:spPr>
          <a:xfrm>
            <a:off x="4133088" y="886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617720" y="9326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 (fair)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17720" y="12801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exclusif au carrefour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véhicule à la fois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023360" y="1865376"/>
            <a:ext cx="4754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023360" y="1865376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1" name="Text 28"/>
          <p:cNvSpPr/>
          <p:nvPr/>
        </p:nvSpPr>
        <p:spPr>
          <a:xfrm>
            <a:off x="413308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617720" y="19568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Condition.await()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617720" y="23042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si la droite a priorité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si le carrefour est occupé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023360" y="2889504"/>
            <a:ext cx="4754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023360" y="2889504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6" name="Text 33"/>
          <p:cNvSpPr/>
          <p:nvPr/>
        </p:nvSpPr>
        <p:spPr>
          <a:xfrm>
            <a:off x="4133088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4617720" y="298094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blocage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617720" y="33284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4 voitures attendent simultanément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première est autorisée à avancer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023360" y="3913632"/>
            <a:ext cx="475488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023360" y="3913632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41" name="Text 38"/>
          <p:cNvSpPr/>
          <p:nvPr/>
        </p:nvSpPr>
        <p:spPr>
          <a:xfrm>
            <a:off x="413308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4617720" y="40050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signalAll()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617720" y="435254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sortie, toutes 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voitures en attente sont notifiées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– Démonstration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4754880" cy="4160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475488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595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– Simulation du carrefour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34440"/>
            <a:ext cx="4617720" cy="3520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12080" y="777240"/>
            <a:ext cx="356616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0" y="804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événements (extrait)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0" y="1234440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ext 10"/>
          <p:cNvSpPr/>
          <p:nvPr/>
        </p:nvSpPr>
        <p:spPr>
          <a:xfrm>
            <a:off x="5285232" y="1261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85232" y="1435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1 arrive depuis 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212080" y="1719072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5285232" y="17465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[PASSAGE]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85232" y="1920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1 entre dans le carrefour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212080" y="2203704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Text 16"/>
          <p:cNvSpPr/>
          <p:nvPr/>
        </p:nvSpPr>
        <p:spPr>
          <a:xfrm>
            <a:off x="5285232" y="2231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[ATTENTE]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85232" y="24048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2 attend (priorité → B)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12080" y="2688336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5285232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[PASSAGE]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85232" y="28895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4 entre depuis B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212080" y="3172968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Text 22"/>
          <p:cNvSpPr/>
          <p:nvPr/>
        </p:nvSpPr>
        <p:spPr>
          <a:xfrm>
            <a:off x="5285232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[SORTIE]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85232" y="33741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1 quitte depuis 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212080" y="3657600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5285232" y="3685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[FIN]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85232" y="3858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 terminée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212080" y="4206240"/>
            <a:ext cx="3566160" cy="731520"/>
          </a:xfrm>
          <a:prstGeom prst="rect">
            <a:avLst/>
          </a:prstGeom>
          <a:solidFill>
            <a:srgbClr val="1E0808"/>
          </a:solidFill>
          <a:ln/>
        </p:spPr>
      </p:sp>
      <p:sp>
        <p:nvSpPr>
          <p:cNvPr id="31" name="Text 28"/>
          <p:cNvSpPr/>
          <p:nvPr/>
        </p:nvSpPr>
        <p:spPr>
          <a:xfrm>
            <a:off x="5321808" y="4251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 : 6 voitures  |  Directions A, B, C, D (aléatoire)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– Sens Unique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41248"/>
            <a:ext cx="3749040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841248"/>
            <a:ext cx="374904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du tunnel à une voie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98448"/>
            <a:ext cx="34747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2D2D"/>
                </a:solidFill>
              </a:rPr>
              <a:t>◀ ◀ ◀   DROITE_GAUCHE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7472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99FF"/>
                </a:solidFill>
              </a:rPr>
              <a:t>GAUCHE_DROITE   ▶ ▶ ▶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3840480"/>
            <a:ext cx="3749040" cy="105156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13" name="Shape 10"/>
          <p:cNvSpPr/>
          <p:nvPr/>
        </p:nvSpPr>
        <p:spPr>
          <a:xfrm>
            <a:off x="274320" y="3840480"/>
            <a:ext cx="64008" cy="105156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principale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41879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sens de circulation autorisé à la fois.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voitures opposées attendent que le tunnel se vide.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06240" y="841248"/>
            <a:ext cx="45720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06240" y="841248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8" name="Text 15"/>
          <p:cNvSpPr/>
          <p:nvPr/>
        </p:nvSpPr>
        <p:spPr>
          <a:xfrm>
            <a:off x="4315968" y="886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28032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 (fair)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28032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Équitable : aucune voiture ne sera oubliée indéfiniment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206240" y="1865376"/>
            <a:ext cx="45720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06240" y="1865376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3" name="Text 20"/>
          <p:cNvSpPr/>
          <p:nvPr/>
        </p:nvSpPr>
        <p:spPr>
          <a:xfrm>
            <a:off x="431596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🚦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828032" y="1956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sensCourant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28032" y="2322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d'état : null, GAUCHE_DROITE ou DROITE_GAUCHE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206240" y="2889504"/>
            <a:ext cx="45720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206240" y="2889504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8" name="Text 25"/>
          <p:cNvSpPr/>
          <p:nvPr/>
        </p:nvSpPr>
        <p:spPr>
          <a:xfrm>
            <a:off x="4315968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828032" y="2980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condition.await()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28032" y="3346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si le sens actuel est opposé à celui demandé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206240" y="3913632"/>
            <a:ext cx="45720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206240" y="3913632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3" name="Text 30"/>
          <p:cNvSpPr/>
          <p:nvPr/>
        </p:nvSpPr>
        <p:spPr>
          <a:xfrm>
            <a:off x="431596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4828032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Libération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28032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nbDansTunnel == 0 → sensCourant = null → signalAll()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– Démonstration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4754880" cy="4160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475488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595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– Simulation du tunnel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34440"/>
            <a:ext cx="4617720" cy="3520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12080" y="777240"/>
            <a:ext cx="356616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0" y="804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événements (extrait)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0" y="1234440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ext 10"/>
          <p:cNvSpPr/>
          <p:nvPr/>
        </p:nvSpPr>
        <p:spPr>
          <a:xfrm>
            <a:off x="5285232" y="1261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85232" y="1435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1 entre → DROITE_GAUCHE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212080" y="1719072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5285232" y="17465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[PASSAGE]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85232" y="1920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Tunnel actuel : DROITE_GAUCHE (2 voitures)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212080" y="2203704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Text 16"/>
          <p:cNvSpPr/>
          <p:nvPr/>
        </p:nvSpPr>
        <p:spPr>
          <a:xfrm>
            <a:off x="5285232" y="2231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[ATTENTE]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85232" y="24048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2 attend (sens opposé)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12080" y="2688336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5285232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85232" y="28895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Tunnel vide → changement de sens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212080" y="3172968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Text 22"/>
          <p:cNvSpPr/>
          <p:nvPr/>
        </p:nvSpPr>
        <p:spPr>
          <a:xfrm>
            <a:off x="5285232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[PASSAGE]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85232" y="33741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Voitures 2,3,4,5 entrent (GAUCHE→DROITE)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212080" y="3657600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5285232" y="3685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[FIN]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85232" y="3858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 terminée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212080" y="4160520"/>
            <a:ext cx="1691640" cy="777240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31" name="Text 28"/>
          <p:cNvSpPr/>
          <p:nvPr/>
        </p:nvSpPr>
        <p:spPr>
          <a:xfrm>
            <a:off x="5230368" y="4206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967728" y="4160520"/>
            <a:ext cx="1783080" cy="777240"/>
          </a:xfrm>
          <a:prstGeom prst="rect">
            <a:avLst/>
          </a:prstGeom>
          <a:solidFill>
            <a:srgbClr val="001A1A"/>
          </a:solidFill>
          <a:ln/>
        </p:spPr>
      </p:sp>
      <p:sp>
        <p:nvSpPr>
          <p:cNvPr id="33" name="Text 30"/>
          <p:cNvSpPr/>
          <p:nvPr/>
        </p:nvSpPr>
        <p:spPr>
          <a:xfrm>
            <a:off x="6986016" y="4206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– Capacité Limitée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41248"/>
            <a:ext cx="3749040" cy="2103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841248"/>
            <a:ext cx="374904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du parking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298448"/>
            <a:ext cx="3474720" cy="1417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063240"/>
            <a:ext cx="182880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" y="3063240"/>
            <a:ext cx="182880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" y="314553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places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7472" y="343814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la capacité globale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places disponibles max)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194560" y="3063240"/>
            <a:ext cx="182880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2"/>
          <p:cNvSpPr/>
          <p:nvPr/>
        </p:nvSpPr>
        <p:spPr>
          <a:xfrm>
            <a:off x="2194560" y="3063240"/>
            <a:ext cx="1828800" cy="54864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16" name="Text 13"/>
          <p:cNvSpPr/>
          <p:nvPr/>
        </p:nvSpPr>
        <p:spPr>
          <a:xfrm>
            <a:off x="2267712" y="314553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portes[]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267712" y="3438144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sémaphore par porte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exclusif à chaque porte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4114800"/>
            <a:ext cx="3749040" cy="822960"/>
          </a:xfrm>
          <a:prstGeom prst="rect">
            <a:avLst/>
          </a:prstGeom>
          <a:solidFill>
            <a:srgbClr val="001510"/>
          </a:solidFill>
          <a:ln/>
        </p:spPr>
      </p:sp>
      <p:sp>
        <p:nvSpPr>
          <p:cNvPr id="19" name="Shape 16"/>
          <p:cNvSpPr/>
          <p:nvPr/>
        </p:nvSpPr>
        <p:spPr>
          <a:xfrm>
            <a:off x="274320" y="4114800"/>
            <a:ext cx="64008" cy="822960"/>
          </a:xfrm>
          <a:prstGeom prst="rect">
            <a:avLst/>
          </a:prstGeom>
          <a:solidFill>
            <a:srgbClr val="33CC99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C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AtomicInteger voituresPresentes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1480" y="4434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thread-safe de l'occupation courante (affiché X/N)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206240" y="841248"/>
            <a:ext cx="45720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06240" y="841248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4" name="Text 21"/>
          <p:cNvSpPr/>
          <p:nvPr/>
        </p:nvSpPr>
        <p:spPr>
          <a:xfrm>
            <a:off x="4315968" y="886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828032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28032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voiture demande une place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places.acquire()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206240" y="1865376"/>
            <a:ext cx="45720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06240" y="1865376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9" name="Text 26"/>
          <p:cNvSpPr/>
          <p:nvPr/>
        </p:nvSpPr>
        <p:spPr>
          <a:xfrm>
            <a:off x="431596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🅿️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828032" y="1956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 si plein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28032" y="2322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places == 0 → bloqué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libération d'une place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206240" y="2889504"/>
            <a:ext cx="45720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206240" y="2889504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4" name="Text 31"/>
          <p:cNvSpPr/>
          <p:nvPr/>
        </p:nvSpPr>
        <p:spPr>
          <a:xfrm>
            <a:off x="4315968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🚪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828032" y="2980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la porte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828032" y="3346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porte : portes[i].acquire()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voiture par porte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206240" y="3913632"/>
            <a:ext cx="45720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206240" y="3913632"/>
            <a:ext cx="64008" cy="9144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9" name="Text 36"/>
          <p:cNvSpPr/>
          <p:nvPr/>
        </p:nvSpPr>
        <p:spPr>
          <a:xfrm>
            <a:off x="431596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4828032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828032" y="4370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Libère la porte puis la place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notifie les voitures en attente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– Démonstration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4754880" cy="4160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777240"/>
            <a:ext cx="475488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595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– Simulation du parking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34440"/>
            <a:ext cx="4617720" cy="3520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12080" y="777240"/>
            <a:ext cx="356616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0" y="804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événements (extrait)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12080" y="1234440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ext 10"/>
          <p:cNvSpPr/>
          <p:nvPr/>
        </p:nvSpPr>
        <p:spPr>
          <a:xfrm>
            <a:off x="5285232" y="1261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7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85232" y="1435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1 demande accès porte 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212080" y="1719072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5285232" y="17465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[ATTENTE]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85232" y="1920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3 attend (parking complet 2/2)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212080" y="2203704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Text 16"/>
          <p:cNvSpPr/>
          <p:nvPr/>
        </p:nvSpPr>
        <p:spPr>
          <a:xfrm>
            <a:off x="5285232" y="2231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[PASSAGE]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285232" y="24048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1 entre – Occupation : 1/2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12080" y="2688336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5285232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[PASSAGE]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85232" y="28895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2 entre – Occupation : 2/2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212080" y="3172968"/>
            <a:ext cx="3566160" cy="4389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Text 22"/>
          <p:cNvSpPr/>
          <p:nvPr/>
        </p:nvSpPr>
        <p:spPr>
          <a:xfrm>
            <a:off x="5285232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[SORTIE]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85232" y="33741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Voiture 1 quitte – Occupation : 1/2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212080" y="3657600"/>
            <a:ext cx="356616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5285232" y="3685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[FIN]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85232" y="3858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Occupation finale : 0/2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212080" y="4160520"/>
            <a:ext cx="1143000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418795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212080" y="4572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400800" y="4160520"/>
            <a:ext cx="1143000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0" y="418795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6400800" y="4572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589520" y="4160520"/>
            <a:ext cx="1143000" cy="777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7" name="Text 34"/>
          <p:cNvSpPr/>
          <p:nvPr/>
        </p:nvSpPr>
        <p:spPr>
          <a:xfrm>
            <a:off x="7589520" y="418795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7589520" y="45720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– Java Swing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41248"/>
            <a:ext cx="4114800" cy="3200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841248"/>
            <a:ext cx="411480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principale de l'application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98448"/>
            <a:ext cx="3977640" cy="2606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0" y="841248"/>
            <a:ext cx="21945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841248"/>
            <a:ext cx="219456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932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02352" y="95097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custom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81728" y="1344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RoundedButton &amp; RoundedPanel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rendu moderne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03720" y="841248"/>
            <a:ext cx="21945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03720" y="841248"/>
            <a:ext cx="219456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7" name="Text 14"/>
          <p:cNvSpPr/>
          <p:nvPr/>
        </p:nvSpPr>
        <p:spPr>
          <a:xfrm>
            <a:off x="6995160" y="932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🌈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434072" y="95097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colorés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013448" y="1344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INFO, ATTENTE, PASSAGE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SORTIE, DÉBLOCAGE, FIN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0" y="2167128"/>
            <a:ext cx="21945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167128"/>
            <a:ext cx="219456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102352" y="22768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Paramétrage dynamique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681728" y="26700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cachés/affichés selon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de simulation choisi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903720" y="2167128"/>
            <a:ext cx="2194560" cy="11887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03720" y="2167128"/>
            <a:ext cx="219456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7" name="Text 24"/>
          <p:cNvSpPr/>
          <p:nvPr/>
        </p:nvSpPr>
        <p:spPr>
          <a:xfrm>
            <a:off x="699516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434072" y="22768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13448" y="26700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SwingUtilities.invokeLater()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tous les updates UI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4160520"/>
            <a:ext cx="850392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8"/>
          <p:cNvSpPr/>
          <p:nvPr/>
        </p:nvSpPr>
        <p:spPr>
          <a:xfrm>
            <a:off x="384048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du journal :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691640" y="4297680"/>
            <a:ext cx="164592" cy="13716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33" name="Text 30"/>
          <p:cNvSpPr/>
          <p:nvPr/>
        </p:nvSpPr>
        <p:spPr>
          <a:xfrm>
            <a:off x="1892808" y="4270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953512" y="4297680"/>
            <a:ext cx="164592" cy="13716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5" name="Text 32"/>
          <p:cNvSpPr/>
          <p:nvPr/>
        </p:nvSpPr>
        <p:spPr>
          <a:xfrm>
            <a:off x="3154680" y="4270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215384" y="4297680"/>
            <a:ext cx="164592" cy="1371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4"/>
          <p:cNvSpPr/>
          <p:nvPr/>
        </p:nvSpPr>
        <p:spPr>
          <a:xfrm>
            <a:off x="4416552" y="4270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77256" y="4297680"/>
            <a:ext cx="164592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9" name="Text 36"/>
          <p:cNvSpPr/>
          <p:nvPr/>
        </p:nvSpPr>
        <p:spPr>
          <a:xfrm>
            <a:off x="5678424" y="4270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739128" y="4297680"/>
            <a:ext cx="164592" cy="13716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41" name="Text 38"/>
          <p:cNvSpPr/>
          <p:nvPr/>
        </p:nvSpPr>
        <p:spPr>
          <a:xfrm>
            <a:off x="6940296" y="4270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DÉBLOCAGE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01000" y="4297680"/>
            <a:ext cx="164592" cy="137160"/>
          </a:xfrm>
          <a:prstGeom prst="ellipse">
            <a:avLst/>
          </a:prstGeom>
          <a:solidFill>
            <a:srgbClr val="455A64"/>
          </a:solidFill>
          <a:ln/>
        </p:spPr>
      </p:sp>
      <p:sp>
        <p:nvSpPr>
          <p:cNvPr id="43" name="Text 40"/>
          <p:cNvSpPr/>
          <p:nvPr/>
        </p:nvSpPr>
        <p:spPr>
          <a:xfrm>
            <a:off x="8202168" y="4270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03920" cy="27432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743200" cy="64008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60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simulés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432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2743200" cy="64008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960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9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0040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43200" cy="12344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2743200" cy="64008"/>
          </a:xfrm>
          <a:prstGeom prst="rect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60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2648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conception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240280"/>
            <a:ext cx="4160520" cy="2606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240280"/>
            <a:ext cx="416052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que ce projet nous a apporté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" y="2798064"/>
            <a:ext cx="109728" cy="10972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27340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des primitives de synchronisation Java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" y="3182112"/>
            <a:ext cx="109728" cy="10972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3118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d'une UI Swing réactive et colorée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3566160"/>
            <a:ext cx="109728" cy="10972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3502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interblocages et conditions de course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" y="3950208"/>
            <a:ext cx="109728" cy="10972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" y="3886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en packages distincts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" y="4334256"/>
            <a:ext cx="109728" cy="109728"/>
          </a:xfrm>
          <a:prstGeom prst="ellipse">
            <a:avLst/>
          </a:prstGeom>
          <a:solidFill>
            <a:srgbClr val="C0191F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 réelle avec les threads et leurs états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2240280"/>
            <a:ext cx="4160520" cy="2606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Shape 30"/>
          <p:cNvSpPr/>
          <p:nvPr/>
        </p:nvSpPr>
        <p:spPr>
          <a:xfrm>
            <a:off x="4617720" y="2240280"/>
            <a:ext cx="4160520" cy="54864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Améliorations possibles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73168" y="2798064"/>
            <a:ext cx="109728" cy="109728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7340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graphique 2D en temps réel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73168" y="3182112"/>
            <a:ext cx="109728" cy="109728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118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et graphiques de performance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73168" y="3566160"/>
            <a:ext cx="109728" cy="109728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502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distribuée (réseau de carrefours)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950208"/>
            <a:ext cx="109728" cy="109728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3886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logs au format CSV/JSON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73168" y="4334256"/>
            <a:ext cx="109728" cy="109728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pas-à-pas pour l'analyse pédagogique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Université Iba Der Thiam de Thiès  |  2025 - 2026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Réponses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Fatou FALL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FALL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Cheikhouna GUEYE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2560320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108960"/>
            <a:ext cx="256032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Carrefour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ReentrantLock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66160" y="3108960"/>
            <a:ext cx="2560320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3108960"/>
            <a:ext cx="256032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🚇 Tunnel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ReentrantLock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3108960"/>
            <a:ext cx="2560320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108960"/>
            <a:ext cx="2560320" cy="54864"/>
          </a:xfrm>
          <a:prstGeom prst="rect">
            <a:avLst/>
          </a:prstGeom>
          <a:solidFill>
            <a:srgbClr val="C0191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🅿️ Parking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1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Semaphore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Iba Der Thiam de Thiès  •  UFR Sciences et Technologies  •  Master 2 – GL  •  2025 - 2026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3708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M. THIAM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de Circulation en Java Concurrente</dc:title>
  <dc:subject>PptxGenJS Presentation</dc:subject>
  <dc:creator>PptxGenJS</dc:creator>
  <cp:lastModifiedBy>PptxGenJS</cp:lastModifiedBy>
  <cp:revision>1</cp:revision>
  <dcterms:created xsi:type="dcterms:W3CDTF">2026-04-23T22:13:21Z</dcterms:created>
  <dcterms:modified xsi:type="dcterms:W3CDTF">2026-04-23T22:13:21Z</dcterms:modified>
</cp:coreProperties>
</file>